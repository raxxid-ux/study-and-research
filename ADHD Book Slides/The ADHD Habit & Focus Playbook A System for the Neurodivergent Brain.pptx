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8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ype="http://schemas.openxmlformats.org/officeDocument/2006/relationships/presProps" Target="presProps.xml"/>  <Relationship Id="rId15" Type="http://schemas.openxmlformats.org/officeDocument/2006/relationships/viewProps" Target="viewProps.xml"/>  <Relationship Id="rId16" Type="http://schemas.openxmlformats.org/officeDocument/2006/relationships/theme" Target="theme/theme1.xml"/>  <Relationship Id="rId17" Type="http://schemas.openxmlformats.org/officeDocument/2006/relationships/tableStyles" Target="tableStyles.xml"/>  <Relationship Id="rId18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3c3c601-f3f9-43aa-98f5-17514f2b3d3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a695365-64ee-40d4-aebf-fcef52f2150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539a08a-4747-4c7c-a782-687dd46ce76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0b14f93-2392-44ba-bb6c-6c79ab05ef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ebedd80-8871-4bdd-892b-f98b1e022bf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b5c24bb-5a10-4d0a-8685-4b434d7761f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847bcf7-7c1e-4089-8190-693e0b4a5c5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30ab9ad-c63d-4e0a-bc0b-77cfcf1973a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d9c6804-9b89-4688-b264-8e1cd8050d4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4c519fa-0ccd-4694-898a-a55bea0dcaa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3575ce6-eb4d-410f-91c0-3b118f76ea4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25ca4b4-bf48-4564-8f1d-3014303ad9c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2026-09-27T15:04:14.922Z</dcterms:created>
  <dcterms:modified xsi:type="dcterms:W3CDTF">2026-09-27T15:04:14.922Z</dcterms:modified>
</cp:coreProperties>
</file>